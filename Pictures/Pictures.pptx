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37"/>
    <p:restoredTop sz="93927"/>
  </p:normalViewPr>
  <p:slideViewPr>
    <p:cSldViewPr snapToGrid="0">
      <p:cViewPr>
        <p:scale>
          <a:sx n="31" d="100"/>
          <a:sy n="31" d="100"/>
        </p:scale>
        <p:origin x="3040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C459-60EF-7313-998F-C7E02C4FC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C4A252-D0F9-6319-3A9D-5ADA87C70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F233-826A-80A5-93C4-E0405D8D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4D46F-ED3C-6A92-081C-3698D719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CE66E-73E7-B5DE-44B4-CEF1BC4E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22794-7B88-5DE6-7157-F155E25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23A0C-DB96-EA34-20CB-66B24A7F5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75537-3BA2-F506-C9E8-3DF6D84B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6C9E9-3A06-26C5-8FD8-1AAD44FE1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686C6-5D6E-B783-0E0A-BAAF05367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3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3780-E5C4-4F90-E69D-F548ECFF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8CDDB-C00D-CB8F-2595-D2960683D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E0647-1AF5-B413-0A77-6B7EFDCF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9CCAE-787E-4FF1-BE78-EAE32A4F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292B9-F6C6-1FBB-9277-F5E4121B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33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B853-933B-ACCA-45EB-BF6B78427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B2E47-0547-A420-7D26-7C8FEECE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C24EC-A941-9E20-0DCA-AAD47191D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CD798-2CF2-3FAB-6FF2-40252575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71FA9-5D5C-E024-C80A-F1E843595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B1E86-9D95-7195-D4CB-3DA8A0B7B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27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2B219-6318-9262-5AC0-62C0C427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4376D-E690-F078-263A-10EB2A96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70EF3-4AA3-49F7-89F5-BE262C591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FF8B3-E011-DC00-BE58-73D2542A88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9CE499-34EC-7D4E-5B91-689D849786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8A23D-21B3-00FF-8684-6A598E0A8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F95441-2C2C-70A5-96E4-D54F5D9D0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1E2C10-D388-9E5D-C1AD-5DAE61C8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24030-7056-44CA-0AB4-956C558B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839E55-1AFC-0E5C-CC2A-44F2BB58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DEAF1-18CD-3BD1-8BC2-275256104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107BE7-F6D5-3DE2-AF99-29C28ACC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9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F583BE-BC2E-69C5-762A-364B2F2DF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B7326-CC4E-C2C2-1BF1-E0AD2EE11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0F9BC-F980-1A2A-45BC-5753AB35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89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62596-D09F-D4C3-0FCA-C49934377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48A2-96E5-2F32-C602-D60084098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F9CECB-7BCD-39FC-9795-3B01C7F94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BDFA3-8B60-BE92-5FC1-F3CA98A1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91F4CE-A513-D694-5702-BF4C0C69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31827-C38B-5A5C-5121-5BAD04B3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72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57F5-85DD-0752-597D-7CA54822A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B004A-432C-121F-78DA-3F0B2794F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DAC22-D501-5503-0B1F-8B8AE89C6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B100C-A19F-D7A9-00E9-4C22326F0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3109C-8F48-58CA-989B-F9A95AC6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F2A53-3E20-F3CC-9FAF-85434209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87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29E1-1D6C-7F41-4014-C27CC0E9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A855EB-BBFE-10A9-16BE-2E7A0D832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E8331-5BFC-D3C1-0D78-7C46F544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C264-F0A7-DBC9-22D8-3916D9C4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45B77-12F1-E2F8-145A-AFF4AC83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39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FBF05-2AB2-462B-6CE3-54F9BC9CB9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9528BE-A0F3-326E-B3A8-8745074C0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F4668-BA9A-5D37-B5AB-E026E5DE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F601A-5A65-7A4B-FE80-D0B9D822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89B4-26E7-5557-50FD-2B878359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7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2E4A8-EF94-273F-C5D7-CB1B0740C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5C919-B409-F84B-023D-AAD8A40FA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F55E2-4C02-472C-72A2-5D227BFA5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56474-D1B5-744B-9C42-B29EEB46303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DB904-FF97-D683-EBB1-66F39C0B5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586A0-20D2-54F6-43DB-6AD62CA4B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60EF4-DDD6-0944-84B2-7679DFFEF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83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50357B-4A29-7345-5331-C33BF3BC7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73"/>
          <a:stretch>
            <a:fillRect/>
          </a:stretch>
        </p:blipFill>
        <p:spPr bwMode="auto">
          <a:xfrm>
            <a:off x="1151347" y="91441"/>
            <a:ext cx="6366196" cy="174389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153ECE-5577-268C-2615-E2C7763E5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628" t="11299"/>
          <a:stretch>
            <a:fillRect/>
          </a:stretch>
        </p:blipFill>
        <p:spPr>
          <a:xfrm>
            <a:off x="7478354" y="91441"/>
            <a:ext cx="3206800" cy="174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89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C91287-B8E6-D059-1E0E-62DBBBED4602}"/>
              </a:ext>
            </a:extLst>
          </p:cNvPr>
          <p:cNvSpPr/>
          <p:nvPr/>
        </p:nvSpPr>
        <p:spPr>
          <a:xfrm>
            <a:off x="-130659" y="6498445"/>
            <a:ext cx="12568518" cy="67866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64216C-C7C8-D0FD-317D-0C471DD36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683" y="1399384"/>
            <a:ext cx="2466290" cy="2420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DF087-3E5B-5BF0-A3BC-4BD2198D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73" y="1399384"/>
            <a:ext cx="2466290" cy="2420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5E5E6D-1598-3973-80E7-3643DFA5E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683" y="3811511"/>
            <a:ext cx="2466290" cy="24209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2F606D-4345-FD0D-D85B-506C23E96C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973" y="3811511"/>
            <a:ext cx="2466290" cy="24209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6B11D7-B2C6-7F21-F26E-C4873BA06D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5666" y="6244235"/>
            <a:ext cx="2466290" cy="2424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B19398-397F-2604-5DB2-0AF9E3FEAC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3952" y="6246197"/>
            <a:ext cx="2462297" cy="24209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E7DE64-B77A-8964-3894-67D8546AC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677" y="8665190"/>
            <a:ext cx="2462296" cy="2420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EF2829-ED72-D3E5-7E33-1D49CF0799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7963" y="8665192"/>
            <a:ext cx="2462296" cy="24209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8A9B04-6A71-A7FF-9BB7-EACC38E2EBCD}"/>
              </a:ext>
            </a:extLst>
          </p:cNvPr>
          <p:cNvSpPr txBox="1"/>
          <p:nvPr/>
        </p:nvSpPr>
        <p:spPr>
          <a:xfrm>
            <a:off x="4333267" y="877147"/>
            <a:ext cx="1531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HS7_R1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F8CCC5-DE7F-C714-47A1-D6983419FF13}"/>
              </a:ext>
            </a:extLst>
          </p:cNvPr>
          <p:cNvSpPr txBox="1"/>
          <p:nvPr/>
        </p:nvSpPr>
        <p:spPr>
          <a:xfrm>
            <a:off x="6793566" y="877144"/>
            <a:ext cx="1531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HS7_R2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11017D-7B63-1911-FF19-EB1433277A3D}"/>
              </a:ext>
            </a:extLst>
          </p:cNvPr>
          <p:cNvSpPr txBox="1"/>
          <p:nvPr/>
        </p:nvSpPr>
        <p:spPr>
          <a:xfrm>
            <a:off x="1813302" y="2405393"/>
            <a:ext cx="213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GC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391F7A-774B-272F-FCD9-90F65ACB63BC}"/>
              </a:ext>
            </a:extLst>
          </p:cNvPr>
          <p:cNvSpPr txBox="1"/>
          <p:nvPr/>
        </p:nvSpPr>
        <p:spPr>
          <a:xfrm>
            <a:off x="1731235" y="4672458"/>
            <a:ext cx="2134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Quality Score across all bases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8EB531-61EF-F6D5-7D9B-59064C4E632E}"/>
              </a:ext>
            </a:extLst>
          </p:cNvPr>
          <p:cNvSpPr txBox="1"/>
          <p:nvPr/>
        </p:nvSpPr>
        <p:spPr>
          <a:xfrm>
            <a:off x="1721252" y="7102730"/>
            <a:ext cx="2134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N content across all bases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925D9D-945C-6752-DE42-55B687D3BB5F}"/>
              </a:ext>
            </a:extLst>
          </p:cNvPr>
          <p:cNvSpPr txBox="1"/>
          <p:nvPr/>
        </p:nvSpPr>
        <p:spPr>
          <a:xfrm>
            <a:off x="1721252" y="9691706"/>
            <a:ext cx="213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Adapter Content</a:t>
            </a:r>
          </a:p>
        </p:txBody>
      </p:sp>
    </p:spTree>
    <p:extLst>
      <p:ext uri="{BB962C8B-B14F-4D97-AF65-F5344CB8AC3E}">
        <p14:creationId xmlns:p14="http://schemas.microsoft.com/office/powerpoint/2010/main" val="2268011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2335A0-2669-2D11-EAC4-76B3CB1E3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92" y="704850"/>
            <a:ext cx="2775164" cy="27241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AFA0E-439D-0DF2-BC29-0AAA50724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04850"/>
            <a:ext cx="2775164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36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1A78D8-40C2-4FFB-2138-97BF7F30C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44" y="1174336"/>
            <a:ext cx="4586337" cy="45093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3B366-249B-399C-AA7D-3C297784A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381" y="1174336"/>
            <a:ext cx="4586337" cy="450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26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903999-AD81-2BF3-12CA-B1F26E343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509" y="1170420"/>
            <a:ext cx="4594302" cy="45171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BD0AC35-51C7-9852-958D-C3011130E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11" y="1170419"/>
            <a:ext cx="4594303" cy="451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56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526404B-1BEA-7CC5-17D0-06B88AFB1E0D}"/>
              </a:ext>
            </a:extLst>
          </p:cNvPr>
          <p:cNvSpPr/>
          <p:nvPr/>
        </p:nvSpPr>
        <p:spPr>
          <a:xfrm>
            <a:off x="-87392" y="6679750"/>
            <a:ext cx="17550393" cy="738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0C6E00-E592-2C85-E557-333703570825}"/>
              </a:ext>
            </a:extLst>
          </p:cNvPr>
          <p:cNvSpPr/>
          <p:nvPr/>
        </p:nvSpPr>
        <p:spPr>
          <a:xfrm>
            <a:off x="8524268" y="-4313"/>
            <a:ext cx="12568518" cy="738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36928-CADC-F893-9178-33FC98E79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69" r="56969"/>
          <a:stretch>
            <a:fillRect/>
          </a:stretch>
        </p:blipFill>
        <p:spPr>
          <a:xfrm>
            <a:off x="2980874" y="367645"/>
            <a:ext cx="4267870" cy="1294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C0DCA-5ED0-2883-9DB7-A532219B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65" r="53799"/>
          <a:stretch>
            <a:fillRect/>
          </a:stretch>
        </p:blipFill>
        <p:spPr>
          <a:xfrm>
            <a:off x="2980874" y="1795241"/>
            <a:ext cx="4256333" cy="12947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32ADC8-89FE-0687-9688-E2CB51157A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35" r="55710"/>
          <a:stretch>
            <a:fillRect/>
          </a:stretch>
        </p:blipFill>
        <p:spPr>
          <a:xfrm>
            <a:off x="7419787" y="367645"/>
            <a:ext cx="4267870" cy="12964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784724-5F2B-005E-B5AE-12C9B19820F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2540" r="54405"/>
          <a:stretch>
            <a:fillRect/>
          </a:stretch>
        </p:blipFill>
        <p:spPr>
          <a:xfrm>
            <a:off x="7419787" y="1795241"/>
            <a:ext cx="4266581" cy="12947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C2EAB-8703-8437-B055-4C19242932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437" r="57220"/>
          <a:stretch>
            <a:fillRect/>
          </a:stretch>
        </p:blipFill>
        <p:spPr>
          <a:xfrm>
            <a:off x="11858700" y="367645"/>
            <a:ext cx="4155994" cy="1294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8395A-13FC-B7D1-A8BC-FF2457AF5C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1297" r="57351"/>
          <a:stretch>
            <a:fillRect/>
          </a:stretch>
        </p:blipFill>
        <p:spPr>
          <a:xfrm>
            <a:off x="11858700" y="1795241"/>
            <a:ext cx="4196414" cy="12947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8BEDB4F-F52F-DFC7-B4EC-134F0F597018}"/>
              </a:ext>
            </a:extLst>
          </p:cNvPr>
          <p:cNvSpPr txBox="1"/>
          <p:nvPr/>
        </p:nvSpPr>
        <p:spPr>
          <a:xfrm>
            <a:off x="788317" y="1842471"/>
            <a:ext cx="2215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Post Pilon assembly polishing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58B4A-98FB-442D-9168-6C5A0CB0CA48}"/>
              </a:ext>
            </a:extLst>
          </p:cNvPr>
          <p:cNvSpPr txBox="1"/>
          <p:nvPr/>
        </p:nvSpPr>
        <p:spPr>
          <a:xfrm>
            <a:off x="4147672" y="3171702"/>
            <a:ext cx="192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MaSuRCA</a:t>
            </a:r>
            <a:endParaRPr 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542E07-8740-5CC1-8B14-46D2AEDB3FFB}"/>
              </a:ext>
            </a:extLst>
          </p:cNvPr>
          <p:cNvSpPr txBox="1"/>
          <p:nvPr/>
        </p:nvSpPr>
        <p:spPr>
          <a:xfrm>
            <a:off x="8115643" y="3171702"/>
            <a:ext cx="2874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HybridSPAdes</a:t>
            </a:r>
            <a:endParaRPr lang="en-US" sz="28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A65ED-4E9D-FD17-C653-77AB8651DCB3}"/>
              </a:ext>
            </a:extLst>
          </p:cNvPr>
          <p:cNvSpPr txBox="1"/>
          <p:nvPr/>
        </p:nvSpPr>
        <p:spPr>
          <a:xfrm>
            <a:off x="12209296" y="3167390"/>
            <a:ext cx="349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DBG2OLC + </a:t>
            </a:r>
            <a:r>
              <a:rPr lang="en-US" sz="2800" b="1" dirty="0" err="1"/>
              <a:t>SPAdes</a:t>
            </a:r>
            <a:endParaRPr 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5CE7B2-9BFD-9745-C265-A206E8A44782}"/>
              </a:ext>
            </a:extLst>
          </p:cNvPr>
          <p:cNvSpPr txBox="1"/>
          <p:nvPr/>
        </p:nvSpPr>
        <p:spPr>
          <a:xfrm>
            <a:off x="983927" y="599541"/>
            <a:ext cx="1824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Raw assembly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228E22-D8C9-DC38-FFE2-2130CECDC2E0}"/>
              </a:ext>
            </a:extLst>
          </p:cNvPr>
          <p:cNvSpPr txBox="1"/>
          <p:nvPr/>
        </p:nvSpPr>
        <p:spPr>
          <a:xfrm>
            <a:off x="504343" y="368708"/>
            <a:ext cx="772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3E4181-F064-5720-4BE4-819164132DC0}"/>
              </a:ext>
            </a:extLst>
          </p:cNvPr>
          <p:cNvSpPr txBox="1"/>
          <p:nvPr/>
        </p:nvSpPr>
        <p:spPr>
          <a:xfrm>
            <a:off x="504343" y="3815201"/>
            <a:ext cx="772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E238ED-DBFF-492D-2982-73DDE7E266F0}"/>
              </a:ext>
            </a:extLst>
          </p:cNvPr>
          <p:cNvSpPr txBox="1"/>
          <p:nvPr/>
        </p:nvSpPr>
        <p:spPr>
          <a:xfrm>
            <a:off x="723363" y="6789680"/>
            <a:ext cx="2215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Post Pilon assembly polishing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38D6A3-368C-3DE3-BE95-B6666189B616}"/>
              </a:ext>
            </a:extLst>
          </p:cNvPr>
          <p:cNvSpPr txBox="1"/>
          <p:nvPr/>
        </p:nvSpPr>
        <p:spPr>
          <a:xfrm>
            <a:off x="918973" y="4469392"/>
            <a:ext cx="1824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Raw assembly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386FE10-DC75-CB0A-EDFB-7F070ACAD1B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53911" r="32156" b="4551"/>
          <a:stretch>
            <a:fillRect/>
          </a:stretch>
        </p:blipFill>
        <p:spPr bwMode="auto">
          <a:xfrm>
            <a:off x="3358228" y="3815201"/>
            <a:ext cx="3501624" cy="21282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A96580-B901-03B5-C099-7C26B0FB7A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4355" r="32802" b="4977"/>
          <a:stretch>
            <a:fillRect/>
          </a:stretch>
        </p:blipFill>
        <p:spPr bwMode="auto">
          <a:xfrm>
            <a:off x="3358227" y="6242543"/>
            <a:ext cx="3534837" cy="2123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542ACDB-C3B8-6BD6-A8DB-EC36687233F0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53964" r="34594" b="4544"/>
          <a:stretch>
            <a:fillRect/>
          </a:stretch>
        </p:blipFill>
        <p:spPr bwMode="auto">
          <a:xfrm>
            <a:off x="7881800" y="3814165"/>
            <a:ext cx="3379207" cy="21282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6DC7F4-E65D-6E1C-BDBA-C0AD017930B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3954" r="35195" b="5089"/>
          <a:stretch>
            <a:fillRect/>
          </a:stretch>
        </p:blipFill>
        <p:spPr bwMode="auto">
          <a:xfrm>
            <a:off x="7881801" y="6246485"/>
            <a:ext cx="3379206" cy="2123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2D480C6-5BAF-2C95-FD07-BF37205822B9}"/>
              </a:ext>
            </a:extLst>
          </p:cNvPr>
          <p:cNvSpPr txBox="1"/>
          <p:nvPr/>
        </p:nvSpPr>
        <p:spPr>
          <a:xfrm>
            <a:off x="4147672" y="8397717"/>
            <a:ext cx="192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MaSuRCA</a:t>
            </a:r>
            <a:endParaRPr lang="en-US" sz="2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493D37-042A-7F84-9AB4-22A2840C6E89}"/>
              </a:ext>
            </a:extLst>
          </p:cNvPr>
          <p:cNvSpPr txBox="1"/>
          <p:nvPr/>
        </p:nvSpPr>
        <p:spPr>
          <a:xfrm>
            <a:off x="8115643" y="8397717"/>
            <a:ext cx="2874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HybridSPAdes</a:t>
            </a:r>
            <a:endParaRPr lang="en-US" sz="2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7F347D-9CB4-8251-82BC-8BAB79CEBF86}"/>
              </a:ext>
            </a:extLst>
          </p:cNvPr>
          <p:cNvSpPr txBox="1"/>
          <p:nvPr/>
        </p:nvSpPr>
        <p:spPr>
          <a:xfrm>
            <a:off x="12209296" y="8393405"/>
            <a:ext cx="349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DBG2OLC + </a:t>
            </a:r>
            <a:r>
              <a:rPr lang="en-US" sz="2800" b="1" dirty="0" err="1"/>
              <a:t>SPAdes</a:t>
            </a:r>
            <a:endParaRPr lang="en-US" sz="2800" b="1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B0CFC06-0FA3-C4D4-331D-E4235339F7EF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54120" r="32945" b="4693"/>
          <a:stretch>
            <a:fillRect/>
          </a:stretch>
        </p:blipFill>
        <p:spPr bwMode="auto">
          <a:xfrm>
            <a:off x="12161217" y="3816674"/>
            <a:ext cx="3495221" cy="21315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57162C5-5CEC-A891-33CA-47D1733CF05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54118" r="33606" b="4693"/>
          <a:stretch>
            <a:fillRect/>
          </a:stretch>
        </p:blipFill>
        <p:spPr bwMode="auto">
          <a:xfrm>
            <a:off x="12172696" y="6242543"/>
            <a:ext cx="3472261" cy="213868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9026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73586F4-6C4C-D3A7-E28B-D3C94EB8483D}"/>
              </a:ext>
            </a:extLst>
          </p:cNvPr>
          <p:cNvSpPr/>
          <p:nvPr/>
        </p:nvSpPr>
        <p:spPr>
          <a:xfrm>
            <a:off x="-39533" y="6676851"/>
            <a:ext cx="17550393" cy="738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D4E355-1260-6571-DC0A-7A40F75CE659}"/>
              </a:ext>
            </a:extLst>
          </p:cNvPr>
          <p:cNvSpPr/>
          <p:nvPr/>
        </p:nvSpPr>
        <p:spPr>
          <a:xfrm>
            <a:off x="8524268" y="-4313"/>
            <a:ext cx="8938733" cy="738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FAFFAA-AEB7-64A5-9186-08763F88C2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52"/>
          <a:stretch>
            <a:fillRect/>
          </a:stretch>
        </p:blipFill>
        <p:spPr bwMode="auto">
          <a:xfrm>
            <a:off x="1980927" y="617873"/>
            <a:ext cx="6292365" cy="519658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461D93-2FBF-39FF-2826-D2A14C7F600D}"/>
              </a:ext>
            </a:extLst>
          </p:cNvPr>
          <p:cNvSpPr txBox="1"/>
          <p:nvPr/>
        </p:nvSpPr>
        <p:spPr>
          <a:xfrm>
            <a:off x="4165741" y="5922947"/>
            <a:ext cx="1922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MaSuRCA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CC34A-F869-518F-C585-F45B84A0A9F6}"/>
              </a:ext>
            </a:extLst>
          </p:cNvPr>
          <p:cNvSpPr txBox="1"/>
          <p:nvPr/>
        </p:nvSpPr>
        <p:spPr>
          <a:xfrm>
            <a:off x="10416264" y="5922947"/>
            <a:ext cx="2874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HybridSPAdes</a:t>
            </a:r>
            <a:endParaRPr lang="en-US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CCEDC2-4A16-AC2B-AE94-CB90C933E960}"/>
              </a:ext>
            </a:extLst>
          </p:cNvPr>
          <p:cNvSpPr txBox="1"/>
          <p:nvPr/>
        </p:nvSpPr>
        <p:spPr>
          <a:xfrm>
            <a:off x="6993101" y="12175970"/>
            <a:ext cx="3495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DBG2OLC + </a:t>
            </a:r>
            <a:r>
              <a:rPr lang="en-US" sz="2800" b="1" dirty="0" err="1"/>
              <a:t>SPAdes</a:t>
            </a:r>
            <a:endParaRPr lang="en-US" sz="28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8F5B9F5-CE1F-B4B7-28F8-DCCC725228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41"/>
          <a:stretch>
            <a:fillRect/>
          </a:stretch>
        </p:blipFill>
        <p:spPr bwMode="auto">
          <a:xfrm>
            <a:off x="8735662" y="617873"/>
            <a:ext cx="6236072" cy="5196586"/>
          </a:xfrm>
          <a:prstGeom prst="rect">
            <a:avLst/>
          </a:prstGeom>
          <a:ln w="1905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3E78BA-51C4-5D30-9ED8-F09FC1ECD0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135"/>
          <a:stretch>
            <a:fillRect/>
          </a:stretch>
        </p:blipFill>
        <p:spPr>
          <a:xfrm>
            <a:off x="5576180" y="6858000"/>
            <a:ext cx="6318963" cy="520948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880BD8-7CCE-E154-3F12-860E78004683}"/>
              </a:ext>
            </a:extLst>
          </p:cNvPr>
          <p:cNvSpPr/>
          <p:nvPr/>
        </p:nvSpPr>
        <p:spPr>
          <a:xfrm>
            <a:off x="-39534" y="12981568"/>
            <a:ext cx="17550393" cy="7389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243D4D-DE08-4184-8E9F-51A8B673B00F}"/>
              </a:ext>
            </a:extLst>
          </p:cNvPr>
          <p:cNvSpPr txBox="1"/>
          <p:nvPr/>
        </p:nvSpPr>
        <p:spPr>
          <a:xfrm>
            <a:off x="957117" y="526849"/>
            <a:ext cx="772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DDED90-BDD9-B4E5-37C8-2F1645A95853}"/>
              </a:ext>
            </a:extLst>
          </p:cNvPr>
          <p:cNvSpPr txBox="1"/>
          <p:nvPr/>
        </p:nvSpPr>
        <p:spPr>
          <a:xfrm>
            <a:off x="957117" y="12981568"/>
            <a:ext cx="772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b)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24D12-2D04-F4B6-907C-1A145681E9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49" t="16405" r="58035" b="65882"/>
          <a:stretch>
            <a:fillRect/>
          </a:stretch>
        </p:blipFill>
        <p:spPr>
          <a:xfrm>
            <a:off x="5906530" y="12981568"/>
            <a:ext cx="7624048" cy="79259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FD07CE-567B-E817-A5B6-D6BF8C4206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49" t="48343" r="58035" b="33944"/>
          <a:stretch>
            <a:fillRect/>
          </a:stretch>
        </p:blipFill>
        <p:spPr>
          <a:xfrm>
            <a:off x="5906530" y="14349074"/>
            <a:ext cx="7624048" cy="7925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3D688D0-27F0-8DC2-BE5A-C49E6F0BA14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049" t="82745" r="58035" b="-459"/>
          <a:stretch>
            <a:fillRect/>
          </a:stretch>
        </p:blipFill>
        <p:spPr>
          <a:xfrm>
            <a:off x="5906530" y="15659456"/>
            <a:ext cx="7624048" cy="79259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F467373-7CBB-3F56-DE61-4962EA37DEAB}"/>
              </a:ext>
            </a:extLst>
          </p:cNvPr>
          <p:cNvSpPr txBox="1"/>
          <p:nvPr/>
        </p:nvSpPr>
        <p:spPr>
          <a:xfrm>
            <a:off x="2344503" y="13054698"/>
            <a:ext cx="2947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MaSuRCA</a:t>
            </a:r>
            <a:endParaRPr lang="en-US" sz="3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0A2859-BC22-8DC8-2141-5BAEAC6D8A34}"/>
              </a:ext>
            </a:extLst>
          </p:cNvPr>
          <p:cNvSpPr txBox="1"/>
          <p:nvPr/>
        </p:nvSpPr>
        <p:spPr>
          <a:xfrm>
            <a:off x="2197221" y="14422204"/>
            <a:ext cx="3378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HybridSPAdes</a:t>
            </a:r>
            <a:endParaRPr lang="en-US" sz="3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82A6F5-4A07-81EF-E59A-4A8D67334957}"/>
              </a:ext>
            </a:extLst>
          </p:cNvPr>
          <p:cNvSpPr txBox="1"/>
          <p:nvPr/>
        </p:nvSpPr>
        <p:spPr>
          <a:xfrm>
            <a:off x="2070629" y="15455587"/>
            <a:ext cx="34952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DBG2OLC + </a:t>
            </a:r>
            <a:r>
              <a:rPr lang="en-US" sz="3600" b="1" dirty="0" err="1"/>
              <a:t>SPAdes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8070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251E-1309-500E-2EA6-EBB1D0A94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09913-AE53-0C3F-A923-E5B6C846B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10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8817</TotalTime>
  <Words>60</Words>
  <Application>Microsoft Macintosh PowerPoint</Application>
  <PresentationFormat>Widescreen</PresentationFormat>
  <Paragraphs>26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#CHIA RUI HSIEN, ETHAN#</dc:creator>
  <cp:lastModifiedBy>#CHIA RUI HSIEN, ETHAN#</cp:lastModifiedBy>
  <cp:revision>5</cp:revision>
  <dcterms:created xsi:type="dcterms:W3CDTF">2026-09-06T07:38:29Z</dcterms:created>
  <dcterms:modified xsi:type="dcterms:W3CDTF">2026-09-17T17:00:39Z</dcterms:modified>
</cp:coreProperties>
</file>